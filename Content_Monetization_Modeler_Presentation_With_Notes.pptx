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783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today I’ll be presenting my project Content Monetization Modeler. This project focuses on predicting YouTube ad revenue using machine learning models, data analysis, and a simple Streamlit app for interactive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model has multiple applications:</a:t>
            </a:r>
          </a:p>
          <a:p>
            <a:r>
              <a:t>- Content strategy optimization → helping creators identify what type of content earns more.</a:t>
            </a:r>
          </a:p>
          <a:p>
            <a:r>
              <a:t>- Revenue forecasting → useful for planning future uploads.</a:t>
            </a:r>
          </a:p>
          <a:p>
            <a:r>
              <a:t>- Creator support tools → can be integrated into analytics dashboards.</a:t>
            </a:r>
          </a:p>
          <a:p>
            <a:r>
              <a:t>- Ad campaign planning → advertisers can estimate ROI before running campaigns.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a synthetic dataset with 122,000 rows. Each row represents video performance for a specific day. Some of the important columns are: Views, Likes, Comments, Watch time, Video length, Subscribers, Category, Device, Country, and Ad revenue in USD which is our target variable.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modeling, we cleaned the dataset:</a:t>
            </a:r>
          </a:p>
          <a:p>
            <a:r>
              <a:t>- Handled missing values using median imputation.</a:t>
            </a:r>
          </a:p>
          <a:p>
            <a:r>
              <a:t>- Removed duplicate rows.</a:t>
            </a:r>
          </a:p>
          <a:p>
            <a:r>
              <a:t>- Encoded categorical variables like category, device, and country.</a:t>
            </a:r>
          </a:p>
          <a:p>
            <a:r>
              <a:t>- Added new features like engagement rate = (likes + comments) / views.</a:t>
            </a:r>
          </a:p>
          <a:p>
            <a:r>
              <a:t>- Normalized numeric features where required.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our analysis:</a:t>
            </a:r>
          </a:p>
          <a:p>
            <a:r>
              <a:t>- Views and watch time had the strongest correlation with revenue.</a:t>
            </a:r>
          </a:p>
          <a:p>
            <a:r>
              <a:t>- Higher engagement rate also increased revenue.</a:t>
            </a:r>
          </a:p>
          <a:p>
            <a:r>
              <a:t>- Certain categories like Gaming and Tech performed better.</a:t>
            </a:r>
          </a:p>
          <a:p>
            <a:r>
              <a:t>- Device usage showed patterns, for example TV viewers tended to generate higher revenue.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tested 5 regression models:</a:t>
            </a:r>
          </a:p>
          <a:p>
            <a:r>
              <a:t>1. Linear Regression</a:t>
            </a:r>
          </a:p>
          <a:p>
            <a:r>
              <a:t>2. Decision Tree</a:t>
            </a:r>
          </a:p>
          <a:p>
            <a:r>
              <a:t>3. Random Forest</a:t>
            </a:r>
          </a:p>
          <a:p>
            <a:r>
              <a:t>4. Support Vector Regressor (SVR)</a:t>
            </a:r>
          </a:p>
          <a:p>
            <a:r>
              <a:t>5. K-Nearest Neighbors (KNN). We compared them based on R² Score, RMSE, and MAE.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results showed:</a:t>
            </a:r>
          </a:p>
          <a:p>
            <a:r>
              <a:t>- Random Forest performed best overall, with the highest R² and lowest error.</a:t>
            </a:r>
          </a:p>
          <a:p>
            <a:r>
              <a:t>- Linear Regression gave a strong baseline and easy interpretability.</a:t>
            </a:r>
          </a:p>
          <a:p>
            <a:r>
              <a:t>- SVR and KNN worked but were less accurate.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features were: Views, Watch time, Engagement rate, Subscribers, and Video category. This tells us that content engagement and visibility are the main drivers of YouTube ad revenue.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a simple Streamlit app that allows users to input video metrics and predict expected ad revenue instantly. The app can also be extended to show graphs and trends for content strategy planning.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insights suggest:</a:t>
            </a:r>
          </a:p>
          <a:p>
            <a:r>
              <a:t>- Focus on increasing engagement rate, not just views.</a:t>
            </a:r>
          </a:p>
          <a:p>
            <a:r>
              <a:t>- Longer watch time improves revenue significantly.</a:t>
            </a:r>
          </a:p>
          <a:p>
            <a:r>
              <a:t>- Content category and country matter – some niches monetize better.</a:t>
            </a:r>
          </a:p>
          <a:p>
            <a:r>
              <a:t>- Consistency and subscriber growth directly influence long-term revenue.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We built and evaluated multiple regression models. We discovered the key drivers of YouTube ad revenue. And we created a Streamlit app to make predictions more accessible. This project shows how machine learning and analytics can guide content strategy.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Content Monetization Modeler</a:t>
            </a:r>
          </a:p>
        </p:txBody>
      </p:sp>
      <p:sp>
        <p:nvSpPr>
          <p:cNvPr id="3" name="Subtitle 2"/>
          <p:cNvSpPr>
            <a:spLocks noGrp="1"/>
          </p:cNvSpPr>
          <p:nvPr>
            <p:ph type="subTitle" idx="1"/>
          </p:nvPr>
        </p:nvSpPr>
        <p:spPr/>
        <p:txBody>
          <a:bodyPr>
            <a:normAutofit fontScale="92500"/>
          </a:bodyPr>
          <a:lstStyle/>
          <a:p>
            <a:r>
              <a:rPr dirty="0"/>
              <a:t>YouTube Ad Revenue Prediction Using Machine </a:t>
            </a:r>
            <a:r>
              <a:rPr dirty="0" smtClean="0"/>
              <a:t>Learning</a:t>
            </a:r>
            <a:endParaRPr lang="en-US" dirty="0" smtClean="0"/>
          </a:p>
          <a:p>
            <a:r>
              <a:rPr lang="en-US" dirty="0" smtClean="0"/>
              <a:t>                                            By Aswathy 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YouTube creators want to predict potential ad revenue based on video performance metrics.</a:t>
            </a:r>
          </a:p>
          <a:p>
            <a:endParaRPr/>
          </a:p>
          <a:p>
            <a:r>
              <a:t>Goal: Build a machine learning model that predicts revenue and provides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lstStyle/>
          <a:p>
            <a:r>
              <a:rPr dirty="0" smtClean="0"/>
              <a:t>Source</a:t>
            </a:r>
            <a:r>
              <a:rPr dirty="0"/>
              <a:t>: YouTube Ad Revenue Dataset (CSV)</a:t>
            </a:r>
          </a:p>
          <a:p>
            <a:r>
              <a:rPr dirty="0" smtClean="0"/>
              <a:t>Rows</a:t>
            </a:r>
            <a:r>
              <a:rPr dirty="0"/>
              <a:t>: ~50,000</a:t>
            </a:r>
          </a:p>
          <a:p>
            <a:r>
              <a:rPr dirty="0" smtClean="0"/>
              <a:t>Features</a:t>
            </a:r>
            <a:r>
              <a:rPr dirty="0"/>
              <a:t>: Views, Likes, Comments, Watch Time, Subscribers, Category, Device, Country, Revenue</a:t>
            </a:r>
          </a:p>
          <a:p>
            <a:r>
              <a:rPr dirty="0" smtClean="0"/>
              <a:t>Added </a:t>
            </a:r>
            <a:r>
              <a:rPr dirty="0"/>
              <a:t>missing values and duplicates for realism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normAutofit fontScale="92500" lnSpcReduction="20000"/>
          </a:bodyPr>
          <a:lstStyle/>
          <a:p>
            <a:r>
              <a:rPr dirty="0" smtClean="0"/>
              <a:t>Removed </a:t>
            </a:r>
            <a:r>
              <a:rPr dirty="0"/>
              <a:t>duplicates</a:t>
            </a:r>
          </a:p>
          <a:p>
            <a:r>
              <a:rPr dirty="0" smtClean="0"/>
              <a:t>Imputed </a:t>
            </a:r>
            <a:r>
              <a:rPr dirty="0"/>
              <a:t>missing values (median)</a:t>
            </a:r>
          </a:p>
          <a:p>
            <a:r>
              <a:rPr dirty="0" smtClean="0"/>
              <a:t>Feature </a:t>
            </a:r>
            <a:r>
              <a:rPr dirty="0"/>
              <a:t>Engineering:</a:t>
            </a:r>
          </a:p>
          <a:p>
            <a:pPr marL="0" indent="0">
              <a:buNone/>
            </a:pPr>
            <a:r>
              <a:rPr dirty="0"/>
              <a:t>   - Engagement Rate</a:t>
            </a:r>
          </a:p>
          <a:p>
            <a:pPr marL="0" indent="0">
              <a:buNone/>
            </a:pPr>
            <a:r>
              <a:rPr dirty="0"/>
              <a:t>   - Views per Subscriber</a:t>
            </a:r>
          </a:p>
          <a:p>
            <a:pPr marL="0" indent="0">
              <a:buNone/>
            </a:pPr>
            <a:r>
              <a:rPr dirty="0" smtClean="0"/>
              <a:t>  </a:t>
            </a:r>
            <a:r>
              <a:rPr lang="en-US" dirty="0" smtClean="0"/>
              <a:t> </a:t>
            </a:r>
            <a:r>
              <a:rPr dirty="0" smtClean="0"/>
              <a:t>- </a:t>
            </a:r>
            <a:r>
              <a:rPr dirty="0"/>
              <a:t>Watch Time per View</a:t>
            </a:r>
          </a:p>
          <a:p>
            <a:pPr marL="0" indent="0">
              <a:buNone/>
            </a:pPr>
            <a:r>
              <a:rPr dirty="0"/>
              <a:t>   - Completion Rate</a:t>
            </a:r>
          </a:p>
          <a:p>
            <a:r>
              <a:rPr dirty="0" smtClean="0"/>
              <a:t> </a:t>
            </a:r>
            <a:r>
              <a:rPr dirty="0"/>
              <a:t>Label Encoding for categorical variables</a:t>
            </a:r>
          </a:p>
          <a:p>
            <a:r>
              <a:rPr lang="en-US" dirty="0" smtClean="0"/>
              <a:t> </a:t>
            </a:r>
            <a:r>
              <a:rPr dirty="0" smtClean="0"/>
              <a:t>Standardization </a:t>
            </a:r>
            <a:r>
              <a:rPr dirty="0"/>
              <a:t>of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lstStyle/>
          <a:p>
            <a:r>
              <a:rPr dirty="0" smtClean="0"/>
              <a:t>Distribution </a:t>
            </a:r>
            <a:r>
              <a:rPr dirty="0"/>
              <a:t>of categories, devices, and countries</a:t>
            </a:r>
          </a:p>
          <a:p>
            <a:r>
              <a:rPr dirty="0" smtClean="0"/>
              <a:t>Correlation </a:t>
            </a:r>
            <a:r>
              <a:rPr dirty="0" err="1"/>
              <a:t>heatmap</a:t>
            </a:r>
            <a:r>
              <a:rPr dirty="0"/>
              <a:t> of numerical features</a:t>
            </a:r>
          </a:p>
          <a:p>
            <a:r>
              <a:rPr dirty="0" smtClean="0"/>
              <a:t>Revenue </a:t>
            </a:r>
            <a:r>
              <a:rPr dirty="0"/>
              <a:t>distribution and scatter plots</a:t>
            </a:r>
          </a:p>
          <a:p>
            <a:r>
              <a:rPr dirty="0" smtClean="0"/>
              <a:t>Key </a:t>
            </a:r>
            <a:r>
              <a:rPr dirty="0"/>
              <a:t>finding: Watch time and engagement strongly correlate with revenue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Building</a:t>
            </a:r>
          </a:p>
        </p:txBody>
      </p:sp>
      <p:sp>
        <p:nvSpPr>
          <p:cNvPr id="3" name="Content Placeholder 2"/>
          <p:cNvSpPr>
            <a:spLocks noGrp="1"/>
          </p:cNvSpPr>
          <p:nvPr>
            <p:ph idx="1"/>
          </p:nvPr>
        </p:nvSpPr>
        <p:spPr/>
        <p:txBody>
          <a:bodyPr>
            <a:normAutofit lnSpcReduction="10000"/>
          </a:bodyPr>
          <a:lstStyle/>
          <a:p>
            <a:r>
              <a:rPr dirty="0"/>
              <a:t>Trained 5 Regression Models:</a:t>
            </a:r>
          </a:p>
          <a:p>
            <a:r>
              <a:rPr dirty="0" smtClean="0"/>
              <a:t>Linear </a:t>
            </a:r>
            <a:r>
              <a:rPr dirty="0"/>
              <a:t>Regression</a:t>
            </a:r>
          </a:p>
          <a:p>
            <a:r>
              <a:rPr dirty="0" smtClean="0"/>
              <a:t>Decision </a:t>
            </a:r>
            <a:r>
              <a:rPr dirty="0"/>
              <a:t>Tree</a:t>
            </a:r>
          </a:p>
          <a:p>
            <a:r>
              <a:rPr dirty="0" smtClean="0"/>
              <a:t>Random </a:t>
            </a:r>
            <a:r>
              <a:rPr dirty="0"/>
              <a:t>Forest</a:t>
            </a:r>
          </a:p>
          <a:p>
            <a:r>
              <a:rPr dirty="0" smtClean="0"/>
              <a:t>Support </a:t>
            </a:r>
            <a:r>
              <a:rPr dirty="0"/>
              <a:t>Vector </a:t>
            </a:r>
            <a:r>
              <a:rPr dirty="0" err="1"/>
              <a:t>Regressor</a:t>
            </a:r>
            <a:r>
              <a:rPr dirty="0"/>
              <a:t> (SVR)</a:t>
            </a:r>
          </a:p>
          <a:p>
            <a:r>
              <a:rPr dirty="0" smtClean="0"/>
              <a:t>K-Nearest </a:t>
            </a:r>
            <a:r>
              <a:rPr dirty="0"/>
              <a:t>Neighbors (KNN)</a:t>
            </a:r>
          </a:p>
          <a:p>
            <a:r>
              <a:rPr dirty="0" smtClean="0"/>
              <a:t>Used </a:t>
            </a:r>
            <a:r>
              <a:rPr dirty="0"/>
              <a:t>K-Fold Cross Validation for robust 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p:txBody>
          <a:bodyPr/>
          <a:lstStyle/>
          <a:p>
            <a:r>
              <a:rPr dirty="0" smtClean="0"/>
              <a:t>Metrics</a:t>
            </a:r>
            <a:r>
              <a:rPr dirty="0"/>
              <a:t>: R², RMSE, MAE</a:t>
            </a:r>
          </a:p>
          <a:p>
            <a:r>
              <a:rPr dirty="0" smtClean="0"/>
              <a:t>Best </a:t>
            </a:r>
            <a:r>
              <a:rPr dirty="0"/>
              <a:t>Model: Random Forest </a:t>
            </a:r>
            <a:r>
              <a:rPr dirty="0" err="1"/>
              <a:t>Regressor</a:t>
            </a:r>
            <a:endParaRPr dirty="0"/>
          </a:p>
          <a:p>
            <a:r>
              <a:rPr dirty="0" smtClean="0"/>
              <a:t>Achieved </a:t>
            </a:r>
            <a:r>
              <a:rPr dirty="0"/>
              <a:t>highest R² and lowest error</a:t>
            </a:r>
          </a:p>
          <a:p>
            <a:r>
              <a:rPr dirty="0" smtClean="0"/>
              <a:t>Balanced </a:t>
            </a:r>
            <a:r>
              <a:rPr dirty="0"/>
              <a:t>accuracy and interpretability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Importance</a:t>
            </a:r>
          </a:p>
        </p:txBody>
      </p:sp>
      <p:sp>
        <p:nvSpPr>
          <p:cNvPr id="3" name="Content Placeholder 2"/>
          <p:cNvSpPr>
            <a:spLocks noGrp="1"/>
          </p:cNvSpPr>
          <p:nvPr>
            <p:ph idx="1"/>
          </p:nvPr>
        </p:nvSpPr>
        <p:spPr/>
        <p:txBody>
          <a:bodyPr>
            <a:normAutofit/>
          </a:bodyPr>
          <a:lstStyle/>
          <a:p>
            <a:r>
              <a:rPr dirty="0"/>
              <a:t>Top Features:</a:t>
            </a:r>
          </a:p>
          <a:p>
            <a:r>
              <a:rPr dirty="0" smtClean="0"/>
              <a:t>Watch </a:t>
            </a:r>
            <a:r>
              <a:rPr dirty="0"/>
              <a:t>Time Minutes</a:t>
            </a:r>
          </a:p>
          <a:p>
            <a:r>
              <a:rPr dirty="0" smtClean="0"/>
              <a:t>Views</a:t>
            </a:r>
            <a:endParaRPr dirty="0"/>
          </a:p>
          <a:p>
            <a:r>
              <a:rPr dirty="0" smtClean="0"/>
              <a:t>Engagement </a:t>
            </a:r>
            <a:r>
              <a:rPr dirty="0"/>
              <a:t>Rate</a:t>
            </a:r>
          </a:p>
          <a:p>
            <a:r>
              <a:rPr dirty="0" smtClean="0"/>
              <a:t>Subscribers</a:t>
            </a:r>
            <a:endParaRPr dirty="0"/>
          </a:p>
          <a:p>
            <a:r>
              <a:rPr dirty="0" smtClean="0"/>
              <a:t>Video </a:t>
            </a:r>
            <a:r>
              <a:rPr dirty="0"/>
              <a:t>Length</a:t>
            </a:r>
          </a:p>
          <a:p>
            <a:r>
              <a:rPr dirty="0" smtClean="0"/>
              <a:t>Helps </a:t>
            </a:r>
            <a:r>
              <a:rPr dirty="0"/>
              <a:t>understand key drivers of revenue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Business Insights &amp; Recommendations</a:t>
            </a:r>
          </a:p>
        </p:txBody>
      </p:sp>
      <p:sp>
        <p:nvSpPr>
          <p:cNvPr id="3" name="Content Placeholder 2"/>
          <p:cNvSpPr>
            <a:spLocks noGrp="1"/>
          </p:cNvSpPr>
          <p:nvPr>
            <p:ph idx="1"/>
          </p:nvPr>
        </p:nvSpPr>
        <p:spPr/>
        <p:txBody>
          <a:bodyPr/>
          <a:lstStyle/>
          <a:p>
            <a:r>
              <a:rPr dirty="0" smtClean="0"/>
              <a:t>Focus </a:t>
            </a:r>
            <a:r>
              <a:rPr dirty="0"/>
              <a:t>on maximizing watch time</a:t>
            </a:r>
          </a:p>
          <a:p>
            <a:r>
              <a:rPr dirty="0" smtClean="0"/>
              <a:t>Increase </a:t>
            </a:r>
            <a:r>
              <a:rPr dirty="0"/>
              <a:t>engagement (likes, comments)</a:t>
            </a:r>
          </a:p>
          <a:p>
            <a:r>
              <a:rPr dirty="0" smtClean="0"/>
              <a:t>Optimal </a:t>
            </a:r>
            <a:r>
              <a:rPr dirty="0"/>
              <a:t>video length: 10-15 minutes</a:t>
            </a:r>
          </a:p>
          <a:p>
            <a:r>
              <a:rPr dirty="0" smtClean="0"/>
              <a:t>Mobile-friendly </a:t>
            </a:r>
            <a:r>
              <a:rPr dirty="0"/>
              <a:t>content is crucial</a:t>
            </a:r>
          </a:p>
          <a:p>
            <a:r>
              <a:rPr dirty="0" smtClean="0"/>
              <a:t>Target </a:t>
            </a:r>
            <a:r>
              <a:rPr dirty="0"/>
              <a:t>trending, high-revenue categories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Streamlit App Demo</a:t>
            </a:r>
          </a:p>
        </p:txBody>
      </p:sp>
      <p:sp>
        <p:nvSpPr>
          <p:cNvPr id="3" name="Content Placeholder 2"/>
          <p:cNvSpPr>
            <a:spLocks noGrp="1"/>
          </p:cNvSpPr>
          <p:nvPr>
            <p:ph idx="1"/>
          </p:nvPr>
        </p:nvSpPr>
        <p:spPr/>
        <p:txBody>
          <a:bodyPr/>
          <a:lstStyle/>
          <a:p>
            <a:r>
              <a:rPr dirty="0" smtClean="0"/>
              <a:t>Interactive </a:t>
            </a:r>
            <a:r>
              <a:rPr dirty="0"/>
              <a:t>web app for predictions</a:t>
            </a:r>
          </a:p>
          <a:p>
            <a:r>
              <a:rPr dirty="0" smtClean="0"/>
              <a:t>User </a:t>
            </a:r>
            <a:r>
              <a:rPr dirty="0"/>
              <a:t>inputs video metrics</a:t>
            </a:r>
          </a:p>
          <a:p>
            <a:r>
              <a:rPr dirty="0" smtClean="0"/>
              <a:t>Outputs </a:t>
            </a:r>
            <a:r>
              <a:rPr dirty="0"/>
              <a:t>predicted revenue</a:t>
            </a:r>
          </a:p>
          <a:p>
            <a:r>
              <a:rPr dirty="0" smtClean="0"/>
              <a:t>Provides </a:t>
            </a:r>
            <a:r>
              <a:rPr dirty="0"/>
              <a:t>quick tips and insights</a:t>
            </a:r>
          </a:p>
          <a:p>
            <a:r>
              <a:rPr dirty="0" smtClean="0"/>
              <a:t>Visualizes </a:t>
            </a:r>
            <a:r>
              <a:rPr dirty="0"/>
              <a:t>key revenue drivers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lnSpcReduction="10000"/>
          </a:bodyPr>
          <a:lstStyle/>
          <a:p>
            <a:r>
              <a:rPr dirty="0" smtClean="0"/>
              <a:t>Built </a:t>
            </a:r>
            <a:r>
              <a:rPr dirty="0"/>
              <a:t>a complete ML pipeline for revenue prediction</a:t>
            </a:r>
          </a:p>
          <a:p>
            <a:r>
              <a:rPr dirty="0" smtClean="0"/>
              <a:t>Achieved </a:t>
            </a:r>
            <a:r>
              <a:rPr dirty="0"/>
              <a:t>strong accuracy using Random Forest</a:t>
            </a:r>
          </a:p>
          <a:p>
            <a:r>
              <a:rPr dirty="0" smtClean="0"/>
              <a:t>Delivered </a:t>
            </a:r>
            <a:r>
              <a:rPr dirty="0"/>
              <a:t>actionable business insights</a:t>
            </a:r>
          </a:p>
          <a:p>
            <a:r>
              <a:rPr dirty="0" smtClean="0"/>
              <a:t>Developed </a:t>
            </a:r>
            <a:r>
              <a:rPr dirty="0" err="1"/>
              <a:t>Streamlit</a:t>
            </a:r>
            <a:r>
              <a:rPr dirty="0"/>
              <a:t> app for real-time predictions</a:t>
            </a:r>
          </a:p>
          <a:p>
            <a:r>
              <a:rPr dirty="0" smtClean="0"/>
              <a:t>Supports </a:t>
            </a:r>
            <a:r>
              <a:rPr dirty="0"/>
              <a:t>content creators in maximizing monetization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829</Words>
  <Application>Microsoft Office PowerPoint</Application>
  <PresentationFormat>On-screen Show (4:3)</PresentationFormat>
  <Paragraphs>102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Content Monetization Modeler</vt:lpstr>
      <vt:lpstr>Problem Statement</vt:lpstr>
      <vt:lpstr>Dataset Overview</vt:lpstr>
      <vt:lpstr>Data Preprocessing</vt:lpstr>
      <vt:lpstr>Exploratory Data Analysis</vt:lpstr>
      <vt:lpstr>Model Building</vt:lpstr>
      <vt:lpstr>Model Evaluation</vt:lpstr>
      <vt:lpstr>Feature Importance</vt:lpstr>
      <vt:lpstr>Business Insights &amp; Recommendations</vt:lpstr>
      <vt:lpstr>Streamlit App Demo</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Monetization Modeler</dc:title>
  <dc:subject/>
  <dc:creator/>
  <cp:keywords/>
  <dc:description>generated using python-pptx</dc:description>
  <cp:lastModifiedBy>Admin</cp:lastModifiedBy>
  <cp:revision>2</cp:revision>
  <dcterms:created xsi:type="dcterms:W3CDTF">2013-01-27T09:14:16Z</dcterms:created>
  <dcterms:modified xsi:type="dcterms:W3CDTF">2025-10-06T10:27:44Z</dcterms:modified>
  <cp:category/>
</cp:coreProperties>
</file>